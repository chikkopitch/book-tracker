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Book Tracker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??????????????? ?????? ?? Flask: ????-?????? ?? ???? ?? 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15E59"/>
                </a:solidFill>
              </a:defRPr>
            </a:pPr>
            <a:r>
              <a:t>????: ?????? ?????? ????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????????: ?????? ???? ? ???????? ?????? ???????? ? ????????.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???????: ?????? ???-?????????? ??? ????? ????, ???????? ? ???????.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???????: ??????????, ??????????????, ????????, ?????, ??????.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??????????: Flask, SQLite, HTML/CSS, pytest.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120640" cy="4206240"/>
          </a:xfrm>
          <a:prstGeom prst="roundRect">
            <a:avLst/>
          </a:prstGeom>
          <a:solidFill>
            <a:srgbClr val="FAFCFD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???? ???????</a:t>
            </a:r>
          </a:p>
          <a:p>
            <a:pPr>
              <a:defRPr sz="1800">
                <a:solidFill>
                  <a:srgbClr val="1F2937"/>
                </a:solidFill>
              </a:defRPr>
            </a:pP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???????? ?????? ???? ??????????: ??????????, ???????????, ??????????, ????? ? ????????????.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?????????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??????? ???????? ? ???????, ???????? ? ??????? ????</a:t>
            </a:r>
          </a:p>
        </p:txBody>
      </p:sp>
      <p:pic>
        <p:nvPicPr>
          <p:cNvPr id="3" name="Picture 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223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???????????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??????? -&gt; Flask -&gt; SQLite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15E59"/>
                </a:solidFill>
              </a:defRPr>
            </a:pPr>
            <a:r>
              <a:t>???????</a:t>
            </a:r>
          </a:p>
          <a:p>
            <a:pPr algn="ctr">
              <a:defRPr sz="1100">
                <a:solidFill>
                  <a:srgbClr val="1F2937"/>
                </a:solidFill>
              </a:defRPr>
            </a:pPr>
            <a:r>
              <a:t>HTML-???????? ? 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73736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15E59"/>
                </a:solidFill>
              </a:defRPr>
            </a:pPr>
            <a:r>
              <a:t>Flask</a:t>
            </a:r>
          </a:p>
          <a:p>
            <a:pPr algn="ctr">
              <a:defRPr sz="1100">
                <a:solidFill>
                  <a:srgbClr val="1F2937"/>
                </a:solidFill>
              </a:defRPr>
            </a:pPr>
            <a:r>
              <a:t>???????? ? ????????? ????????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73736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15E59"/>
                </a:solidFill>
              </a:defRPr>
            </a:pPr>
            <a:r>
              <a:t>???????</a:t>
            </a:r>
          </a:p>
          <a:p>
            <a:pPr algn="ctr">
              <a:defRPr sz="1100">
                <a:solidFill>
                  <a:srgbClr val="1F2937"/>
                </a:solidFill>
              </a:defRPr>
            </a:pPr>
            <a:r>
              <a:t>????????? ? CRUD-????????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737360"/>
            <a:ext cx="1737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15E59"/>
                </a:solidFill>
              </a:defRPr>
            </a:pPr>
            <a:r>
              <a:t>SQLite</a:t>
            </a:r>
          </a:p>
          <a:p>
            <a:pPr algn="ctr">
              <a:defRPr sz="1100">
                <a:solidFill>
                  <a:srgbClr val="1F2937"/>
                </a:solidFill>
              </a:defRPr>
            </a:pPr>
            <a:r>
              <a:t>?????????</a:t>
            </a:r>
          </a:p>
        </p:txBody>
      </p:sp>
      <p:sp>
        <p:nvSpPr>
          <p:cNvPr id="7" name="Chevron 6"/>
          <p:cNvSpPr/>
          <p:nvPr/>
        </p:nvSpPr>
        <p:spPr>
          <a:xfrm>
            <a:off x="3291840" y="2057400"/>
            <a:ext cx="365759" cy="36576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6400800" y="2057400"/>
            <a:ext cx="457200" cy="36576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9601200" y="2057400"/>
            <a:ext cx="457200" cy="36576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1064240" cy="1920240"/>
          </a:xfrm>
          <a:prstGeom prst="roundRect">
            <a:avLst/>
          </a:prstGeom>
          <a:solidFill>
            <a:srgbClr val="FAFCFD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t>????????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/ -&gt; ?????? ? ?????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/books/new -&gt; ??????????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/books/&lt;id&gt; -&gt; ????????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/books/&lt;id&gt;/edit -&gt; ??????????????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/books/&lt;id&gt;/delete -&gt; ????????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???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????????? ????? ? ????? ?? ?????? 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766560" cy="4480560"/>
          </a:xfrm>
          <a:prstGeom prst="roundRect">
            <a:avLst/>
          </a:prstGeom>
          <a:solidFill>
            <a:srgbClr val="F9FAFB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F2937"/>
                </a:solidFill>
                <a:latin typeface="Consolas"/>
              </a:defRPr>
            </a:pPr>
            <a:r>
              <a:t>def validate_book_form(form):</a:t>
            </a:r>
            <a:br/>
            <a:r>
              <a:t>    title = form.get("title", "").strip()</a:t>
            </a:r>
            <a:br/>
            <a:r>
              <a:t>    pages = int(form.get("pages", "0"))</a:t>
            </a:r>
            <a:br/>
            <a:r>
              <a:t>    if not title:</a:t>
            </a:r>
            <a:br/>
            <a:r>
              <a:t>        errors.append("???? ?????????? ???????????.")</a:t>
            </a:r>
            <a:br/>
            <a:br/>
            <a:r>
              <a:t>def list_books(query="", status=""):</a:t>
            </a:r>
            <a:br/>
            <a:r>
              <a:t>    sql = "SELECT * FROM books WHERE 1=1"</a:t>
            </a:r>
            <a:br/>
            <a:r>
              <a:t>    if query:</a:t>
            </a:r>
            <a:br/>
            <a:r>
              <a:t>        sql += " AND (LOWER(title) LIKE ? OR LOWER(author) LIKE ? OR LOWER(genre) LIKE ?)"</a:t>
            </a:r>
            <a:br/>
          </a:p>
        </p:txBody>
      </p:sp>
      <p:sp>
        <p:nvSpPr>
          <p:cNvPr id="4" name="Rounded Rectangle 3"/>
          <p:cNvSpPr/>
          <p:nvPr/>
        </p:nvSpPr>
        <p:spPr>
          <a:xfrm>
            <a:off x="786384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F2937"/>
                </a:solidFill>
              </a:defRPr>
            </a:pPr>
            <a:r>
              <a:t>??? ?????????? ???</a:t>
            </a:r>
          </a:p>
          <a:p>
            <a:pPr>
              <a:defRPr sz="1400">
                <a:solidFill>
                  <a:srgbClr val="1F2937"/>
                </a:solidFill>
              </a:defRPr>
            </a:pP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???????? ???????????? 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 ?? ?????? ????????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 SQL-????? ?? ????????, ?????? ? 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??????? ? ???????? ?????????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?????????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t>??? ?????????? ? ??? ????? ???????? 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F2937"/>
                </a:solidFill>
              </a:defRPr>
            </a:pPr>
            <a:r>
              <a:t>??????????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??????? Flask-????????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SQLite-?????????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5 ?????????????? 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???????????? ? ??????????? 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FAFCFD"/>
          </a:solidFill>
          <a:ln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 b="1">
                <a:solidFill>
                  <a:srgbClr val="1F2937"/>
                </a:solidFill>
              </a:defRPr>
            </a:pPr>
            <a:r>
              <a:t>????? ????????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??????????? ?????????????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 ? ????????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?????????? ?????????? ??????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? deployment ?? 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